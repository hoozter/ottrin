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400" b="1">
                <a:solidFill>
                  <a:srgbClr val="245FA5"/>
                </a:solidFill>
                <a:latin typeface="Arial"/>
              </a:rPr>
              <a:t>OTTRIN SLIDE 1 FIDELITY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1371600"/>
            <a:ext cx="3657600" cy="1828800"/>
          </a:xfrm>
          <a:prstGeom prst="roundRect">
            <a:avLst/>
          </a:prstGeom>
          <a:solidFill>
            <a:srgbClr val="2C9C69"/>
          </a:solidFill>
          <a:ln>
            <a:solidFill>
              <a:srgbClr val="165C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Green shape with text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0" y="1371600"/>
            <a:ext cx="2286000" cy="1143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400" b="1">
                <a:solidFill>
                  <a:srgbClr val="245FA5"/>
                </a:solidFill>
                <a:latin typeface="Arial"/>
              </a:rPr>
              <a:t>OTTRIN SLIDE 2 FIDELITY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Second slide stays separate and ordered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2026-01-01T00:00:00Z</dcterms:created>
  <dcterms:modified xsi:type="dcterms:W3CDTF">2026-01-01T00:00:00Z</dcterms:modified>
  <cp:category/>
</cp:coreProperties>
</file>